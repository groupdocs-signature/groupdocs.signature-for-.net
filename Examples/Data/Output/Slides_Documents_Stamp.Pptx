
<file path=[Content_Types].xml><?xml version="1.0" encoding="utf-8"?>
<Types xmlns="http://schemas.openxmlformats.org/package/2006/content-types">
  <Default Extension="rels" ContentType="application/vnd.openxmlformats-package.relationships+xml"/>
  <Default Extension="jpe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17.6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</p:sldIdLst>
  <p:sldSz cx="9144000" cy="6858000" type="screen4x3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04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</p:cSldViewPr>
  </p:notes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theme" Target="theme/theme1.xml" /><Relationship Id="rId11" Type="http://schemas.openxmlformats.org/officeDocument/2006/relationships/tableStyles" Target="tableStyles.xml" /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tags" Target="tags/tag1.xml" /><Relationship Id="rId8" Type="http://schemas.openxmlformats.org/officeDocument/2006/relationships/presProps" Target="presProps.xml" /><Relationship Id="rId9" Type="http://schemas.openxmlformats.org/officeDocument/2006/relationships/viewProps" Target="viewProps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217606"/>
      </p:ext>
    </p:extLst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535815"/>
      </p:ext>
    </p:extLst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191285"/>
      </p:ext>
    </p:extLst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399880"/>
      </p:ext>
    </p:extLst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081996"/>
      </p:ext>
    </p:extLst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02899"/>
      </p:ext>
    </p:extLst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302637"/>
      </p:ext>
    </p:extLst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68072"/>
      </p:ext>
    </p:extLst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636686"/>
      </p:ext>
    </p:extLst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045653"/>
      </p:ext>
    </p:extLst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102177"/>
      </p:ext>
    </p:extLst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FEF8EF-1D03-4F45-834B-0BF9447E5C5F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01103F-718B-45AF-B5DA-75FC81246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584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.jpeg" /><Relationship Id="rId3" Type="http://schemas.openxmlformats.org/officeDocument/2006/relationships/image" Target="../media/image2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://en.wikipedia.org/wiki/Edward_Lorenz" TargetMode="External" /><Relationship Id="rId3" Type="http://schemas.openxmlformats.org/officeDocument/2006/relationships/image" Target="../media/image2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slide1.xml><?xml version="1.0" encoding="utf-8"?>
<p:sld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8600"/>
            <a:ext cx="7772400" cy="1470025"/>
          </a:xfrm>
        </p:spPr>
        <p:txBody>
          <a:bodyPr/>
          <a:lstStyle/>
          <a:p>
            <a:r>
              <a:rPr lang="en-US" smtClean="0"/>
              <a:t>The butterfly effect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551" y="1219200"/>
            <a:ext cx="7589685" cy="4953000"/>
          </a:xfrm>
          <a:prstGeom prst="rect">
            <a:avLst/>
          </a:prstGeom>
        </p:spPr>
      </p:pic>
      <p:sp>
        <p:nvSpPr>
          <p:cNvPr id="7" name="Title 1"/>
          <p:cNvSpPr txBox="1"/>
          <p:nvPr/>
        </p:nvSpPr>
        <p:spPr>
          <a:xfrm>
            <a:off x="914400" y="5856287"/>
            <a:ext cx="7315200" cy="6318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smtClean="0"/>
              <a:t>Muhammad Atir Tahir</a:t>
            </a:r>
            <a:endParaRPr lang="en-US" sz="2400"/>
          </a:p>
        </p:txBody>
      </p:sp>
      <p:pic>
        <p:nvPicPr>
          <p:cNvPr id="8" name="New picture"/>
          <p:cNvPicPr/>
          <p:nvPr/>
        </p:nvPicPr>
        <p:blipFill>
          <a:blip r:embed="rId3"/>
          <a:stretch>
            <a:fillRect/>
          </a:stretch>
        </p:blipFill>
        <p:spPr>
          <a:xfrm>
            <a:off x="12700" y="12700"/>
            <a:ext cx="50800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390910"/>
      </p:ext>
    </p:extLst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name of the effect, coined by </a:t>
            </a:r>
            <a:r>
              <a:rPr lang="en-US">
                <a:hlinkClick r:id="rId2" tooltip="Edward Lorenz"/>
              </a:rPr>
              <a:t>Edward </a:t>
            </a:r>
            <a:r>
              <a:rPr lang="en-US" smtClean="0">
                <a:hlinkClick r:id="rId2" tooltip="Edward Lorenz"/>
              </a:rPr>
              <a:t>Lorenz</a:t>
            </a:r>
            <a:endParaRPr lang="en-US" smtClean="0"/>
          </a:p>
          <a:p>
            <a:endParaRPr lang="en-US" smtClean="0"/>
          </a:p>
        </p:txBody>
      </p:sp>
      <p:pic>
        <p:nvPicPr>
          <p:cNvPr id="4" name="New picture"/>
          <p:cNvPicPr/>
          <p:nvPr/>
        </p:nvPicPr>
        <p:blipFill>
          <a:blip r:embed="rId3"/>
          <a:stretch>
            <a:fillRect/>
          </a:stretch>
        </p:blipFill>
        <p:spPr>
          <a:xfrm>
            <a:off x="12700" y="12700"/>
            <a:ext cx="50800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689527"/>
      </p:ext>
    </p:extLst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Theory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It has been said that something as small as the flutter of a butterfly’s wing can ultimately cause a typhoon halfway around the world.</a:t>
            </a:r>
          </a:p>
          <a:p>
            <a:r>
              <a:rPr lang="en-US" smtClean="0"/>
              <a:t>Chinese P</a:t>
            </a:r>
          </a:p>
          <a:p>
            <a:r>
              <a:rPr lang="en-US" smtClean="0"/>
              <a:t>Your acts are effecting someone somewhere </a:t>
            </a:r>
          </a:p>
        </p:txBody>
      </p:sp>
      <p:pic>
        <p:nvPicPr>
          <p:cNvPr id="4" name="New 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12700" y="12700"/>
            <a:ext cx="50800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019216"/>
      </p:ext>
    </p:extLst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 </a:t>
            </a:r>
            <a:r>
              <a:rPr lang="en-US" sz="4900" smtClean="0"/>
              <a:t>How </a:t>
            </a:r>
            <a:r>
              <a:rPr lang="en-US" sz="4900"/>
              <a:t>the butterfly effect theory can improve your life?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Getting rid of a false </a:t>
            </a:r>
            <a:r>
              <a:rPr lang="en-US" smtClean="0"/>
              <a:t>belief</a:t>
            </a:r>
          </a:p>
          <a:p>
            <a:r>
              <a:rPr lang="en-US"/>
              <a:t>Tiny changes that can boost your social </a:t>
            </a:r>
            <a:r>
              <a:rPr lang="en-US" smtClean="0"/>
              <a:t>relations</a:t>
            </a:r>
          </a:p>
          <a:p>
            <a:r>
              <a:rPr lang="en-US"/>
              <a:t>Waking up thirty minutes earlier</a:t>
            </a:r>
            <a:endParaRPr lang="en-US" smtClean="0"/>
          </a:p>
          <a:p>
            <a:r>
              <a:rPr lang="en-US"/>
              <a:t>I</a:t>
            </a:r>
            <a:r>
              <a:rPr lang="en-US" smtClean="0"/>
              <a:t>f </a:t>
            </a:r>
            <a:r>
              <a:rPr lang="en-US"/>
              <a:t>you do something, do it with the notion that you were supposed to do it, and if something has happened to you, it was supposed to happen to you</a:t>
            </a:r>
            <a:r>
              <a:rPr lang="en-US" smtClean="0"/>
              <a:t>.</a:t>
            </a:r>
          </a:p>
          <a:p>
            <a:r>
              <a:rPr lang="en-US"/>
              <a:t>T</a:t>
            </a:r>
            <a:r>
              <a:rPr lang="en-US" smtClean="0"/>
              <a:t>here </a:t>
            </a:r>
            <a:r>
              <a:rPr lang="en-US"/>
              <a:t>aren’t any coincidences or accidents. </a:t>
            </a:r>
            <a:endParaRPr lang="en-US" smtClean="0"/>
          </a:p>
        </p:txBody>
      </p:sp>
      <p:pic>
        <p:nvPicPr>
          <p:cNvPr id="4" name="New 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12700" y="12700"/>
            <a:ext cx="50800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813991"/>
      </p:ext>
    </p:extLst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if </a:t>
            </a:r>
            <a:r>
              <a:rPr lang="en-US"/>
              <a:t>you sow a thought - you'll reap an </a:t>
            </a:r>
            <a:r>
              <a:rPr lang="en-US" smtClean="0"/>
              <a:t>act</a:t>
            </a:r>
          </a:p>
          <a:p>
            <a:r>
              <a:rPr lang="en-US" smtClean="0"/>
              <a:t>if </a:t>
            </a:r>
            <a:r>
              <a:rPr lang="en-US"/>
              <a:t>you sow an act- you'll reap a </a:t>
            </a:r>
            <a:r>
              <a:rPr lang="en-US" smtClean="0"/>
              <a:t>habit</a:t>
            </a:r>
          </a:p>
          <a:p>
            <a:r>
              <a:rPr lang="en-US" smtClean="0"/>
              <a:t>if </a:t>
            </a:r>
            <a:r>
              <a:rPr lang="en-US"/>
              <a:t>you sow a habit-you will reap a </a:t>
            </a:r>
            <a:r>
              <a:rPr lang="en-US" smtClean="0"/>
              <a:t>character</a:t>
            </a:r>
          </a:p>
          <a:p>
            <a:r>
              <a:rPr lang="en-US" smtClean="0"/>
              <a:t>if </a:t>
            </a:r>
            <a:r>
              <a:rPr lang="en-US"/>
              <a:t>you sow a character- you will reap a fate.</a:t>
            </a:r>
          </a:p>
        </p:txBody>
      </p:sp>
      <p:pic>
        <p:nvPicPr>
          <p:cNvPr id="4" name="New 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12700" y="12700"/>
            <a:ext cx="50800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55223"/>
      </p:ext>
    </p:extLst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4.0.30319.42000"/>
  <p:tag name="AS_OS" val="Microsoft Windows NT 6.2.9200.0"/>
  <p:tag name="AS_RELEASE_DATE" val="2017.06.14"/>
  <p:tag name="AS_TITLE" val="Aspose.Slides for .NET 2.0"/>
  <p:tag name="AS_VERSION" val="17.6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17</Paragraphs>
  <Slides>5</Slides>
  <Notes>0</Notes>
  <TotalTime>242</TotalTime>
  <HiddenSlides>0</HiddenSlides>
  <MMClips>0</MMClips>
  <ScaleCrop>0</ScaleCrop>
  <HeadingPairs>
    <vt:vector baseType="variant" size="4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baseType="lpstr" size="6">
      <vt:lpstr>Office Theme</vt:lpstr>
      <vt:lpstr>The butterfly effect</vt:lpstr>
      <vt:lpstr>Slide 2</vt:lpstr>
      <vt:lpstr>Theory</vt:lpstr>
      <vt:lpstr> How the butterfly effect theory can improve your life? </vt:lpstr>
      <vt:lpstr>Slide 5</vt:lpstr>
    </vt:vector>
  </TitlesOfParts>
  <LinksUpToDate>0</LinksUpToDate>
  <SharedDoc>0</SharedDoc>
  <HyperlinksChanged>0</HyperlinksChanged>
  <Application>Aspose.Slides for .NET</Application>
  <AppVersion>17.0600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title>The butterfly effect</dc:title>
  <dc:creator>atir</dc:creator>
  <cp:lastModifiedBy>atir</cp:lastModifiedBy>
  <cp:revision>13</cp:revision>
  <dcterms:created xsi:type="dcterms:W3CDTF">2015-04-28T07:13:03Z</dcterms:created>
  <dcterms:modified xsi:type="dcterms:W3CDTF">2017-07-28T14:58:45Z</dcterms:modified>
</cp:coreProperties>
</file>