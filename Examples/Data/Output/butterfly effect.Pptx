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6.2.0.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0" d="100"/>
          <a:sy n="0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760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3581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128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98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199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289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63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807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6686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456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217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en.wikipedia.org/wiki/Edward_Lorenz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smtClean="0"/>
              <a:t>The butterfly effect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1" y="1219200"/>
            <a:ext cx="7589685" cy="495300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914400" y="5856287"/>
            <a:ext cx="7315200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smtClean="0"/>
              <a:t>Muhammad Atir Tahir</a:t>
            </a:r>
            <a:endParaRPr lang="en-US" sz="2400"/>
          </a:p>
        </p:txBody>
      </p:sp>
      <p:sp>
        <p:nvSpPr>
          <p:cNvPr id="8" name="New shape"/>
          <p:cNvSpPr/>
          <p:nvPr/>
        </p:nvSpPr>
        <p:spPr>
          <a:xfrm>
            <a:off x="127000" y="127000"/>
            <a:ext cx="1270000" cy="1270000"/>
          </a:xfrm>
          <a:prstGeom prst="rect">
            <a:avLst/>
          </a:prstGeom>
          <a:noFill/>
          <a:effectLst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mtId="4294967295">
                <a:solidFill>
                  <a:srgbClr val="000000"/>
                </a:solidFill>
                <a:effectLst/>
              </a:rPr>
              <a:t>coca cola</a:t>
            </a:r>
          </a:p>
        </p:txBody>
      </p:sp>
    </p:spTree>
    <p:extLst>
      <p:ext uri="{BB962C8B-B14F-4D97-AF65-F5344CB8AC3E}">
        <p14:creationId xmlns:p14="http://schemas.microsoft.com/office/powerpoint/2010/main" val="234739091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name of the effect, coined by </a:t>
            </a:r>
            <a:r>
              <a:rPr lang="en-US">
                <a:hlinkClick r:id="rId2" tooltip="Edward Lorenz"/>
              </a:rPr>
              <a:t>Edward </a:t>
            </a:r>
            <a:r>
              <a:rPr lang="en-US" smtClean="0">
                <a:hlinkClick r:id="rId2" tooltip="Edward Lorenz"/>
              </a:rPr>
              <a:t>Lorenz</a:t>
            </a:r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0168952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It has been said that something as small as the flutter of a butterfly’s wing can ultimately cause a typhoon halfway around the world.</a:t>
            </a:r>
          </a:p>
          <a:p>
            <a:r>
              <a:rPr lang="en-US" smtClean="0"/>
              <a:t>Chinese P</a:t>
            </a:r>
          </a:p>
          <a:p>
            <a:r>
              <a:rPr lang="en-US" smtClean="0"/>
              <a:t>Your acts are effecting someone somewhere </a:t>
            </a:r>
          </a:p>
        </p:txBody>
      </p:sp>
    </p:spTree>
    <p:extLst>
      <p:ext uri="{BB962C8B-B14F-4D97-AF65-F5344CB8AC3E}">
        <p14:creationId xmlns:p14="http://schemas.microsoft.com/office/powerpoint/2010/main" val="160101921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 </a:t>
            </a:r>
            <a:r>
              <a:rPr lang="en-US" sz="4900" smtClean="0"/>
              <a:t>How </a:t>
            </a:r>
            <a:r>
              <a:rPr lang="en-US" sz="4900"/>
              <a:t>the butterfly effect theory can improve your life?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Getting rid of a false </a:t>
            </a:r>
            <a:r>
              <a:rPr lang="en-US" smtClean="0"/>
              <a:t>belief</a:t>
            </a:r>
          </a:p>
          <a:p>
            <a:r>
              <a:rPr lang="en-US"/>
              <a:t>Tiny changes that can boost your social </a:t>
            </a:r>
            <a:r>
              <a:rPr lang="en-US" smtClean="0"/>
              <a:t>relations</a:t>
            </a:r>
          </a:p>
          <a:p>
            <a:r>
              <a:rPr lang="en-US"/>
              <a:t>Waking up thirty minutes earlier</a:t>
            </a:r>
            <a:endParaRPr lang="en-US" smtClean="0"/>
          </a:p>
          <a:p>
            <a:r>
              <a:rPr lang="en-US"/>
              <a:t>I</a:t>
            </a:r>
            <a:r>
              <a:rPr lang="en-US" smtClean="0"/>
              <a:t>f </a:t>
            </a:r>
            <a:r>
              <a:rPr lang="en-US"/>
              <a:t>you do something, do it with the notion that you were supposed to do it, and if something has happened to you, it was supposed to happen to you</a:t>
            </a:r>
            <a:r>
              <a:rPr lang="en-US" smtClean="0"/>
              <a:t>.</a:t>
            </a:r>
          </a:p>
          <a:p>
            <a:r>
              <a:rPr lang="en-US"/>
              <a:t>T</a:t>
            </a:r>
            <a:r>
              <a:rPr lang="en-US" smtClean="0"/>
              <a:t>here </a:t>
            </a:r>
            <a:r>
              <a:rPr lang="en-US"/>
              <a:t>aren’t any coincidences or accidents.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04813991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if </a:t>
            </a:r>
            <a:r>
              <a:rPr lang="en-US"/>
              <a:t>you sow a thought - you'll reap an </a:t>
            </a:r>
            <a:r>
              <a:rPr lang="en-US" smtClean="0"/>
              <a:t>act</a:t>
            </a:r>
          </a:p>
          <a:p>
            <a:r>
              <a:rPr lang="en-US" smtClean="0"/>
              <a:t>if </a:t>
            </a:r>
            <a:r>
              <a:rPr lang="en-US"/>
              <a:t>you sow an act- you'll reap a </a:t>
            </a:r>
            <a:r>
              <a:rPr lang="en-US" smtClean="0"/>
              <a:t>habit</a:t>
            </a:r>
          </a:p>
          <a:p>
            <a:r>
              <a:rPr lang="en-US" smtClean="0"/>
              <a:t>if </a:t>
            </a:r>
            <a:r>
              <a:rPr lang="en-US"/>
              <a:t>you sow a habit-you will reap a </a:t>
            </a:r>
            <a:r>
              <a:rPr lang="en-US" smtClean="0"/>
              <a:t>character</a:t>
            </a:r>
          </a:p>
          <a:p>
            <a:r>
              <a:rPr lang="en-US" smtClean="0"/>
              <a:t>if </a:t>
            </a:r>
            <a:r>
              <a:rPr lang="en-US"/>
              <a:t>you sow a character- you will reap a fate.</a:t>
            </a:r>
          </a:p>
        </p:txBody>
      </p:sp>
    </p:spTree>
    <p:extLst>
      <p:ext uri="{BB962C8B-B14F-4D97-AF65-F5344CB8AC3E}">
        <p14:creationId xmlns:p14="http://schemas.microsoft.com/office/powerpoint/2010/main" val="39235522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34209"/>
  <p:tag name="AS_OS" val="Microsoft Windows NT 6.2.9200.0"/>
  <p:tag name="AS_RELEASE_DATE" val="2016.02.29"/>
  <p:tag name="AS_TITLE" val="Aspose.Slides for .NET 2.0"/>
  <p:tag name="AS_VERSION" val="16.2.0.0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>
  <Template/>
  <Manager/>
  <Company/>
  <PresentationFormat>On-screen Show (4:3)</PresentationFormat>
  <TotalTime>242</TotalTime>
  <SharedDoc>0</SharedDoc>
  <Application>Aspose.Slides for .NET</Application>
  <AppVersion>16.0200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The butterfly effect</dc:title>
  <dc:creator>atir</dc:creator>
  <cp:lastModifiedBy>atir</cp:lastModifiedBy>
  <cp:revision>13</cp:revision>
  <dcterms:created xsi:type="dcterms:W3CDTF">2015-04-28T07:13:03Z</dcterms:created>
  <dcterms:modified xsi:type="dcterms:W3CDTF">2016-05-16T13:36:32Z</dcterms:modified>
</cp:coreProperties>
</file>