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6.2.0.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  <p:pic>
        <p:nvPicPr>
          <p:cNvPr id="8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270000" cy="1270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34209"/>
  <p:tag name="AS_OS" val="Microsoft Windows NT 6.2.9200.0"/>
  <p:tag name="AS_RELEASE_DATE" val="2016.02.29"/>
  <p:tag name="AS_TITLE" val="Aspose.Slides for .NET 2.0"/>
  <p:tag name="AS_VERSION" val="16.2.0.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>
  <Template/>
  <Manager/>
  <Company/>
  <PresentationFormat>On-screen Show (4:3)</PresentationFormat>
  <TotalTime>242</TotalTime>
  <SharedDoc>0</SharedDoc>
  <Application>Aspose.Slides for .NET</Application>
  <AppVersion>16.0200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2016-05-16T13:56:09Z</dcterms:modified>
</cp:coreProperties>
</file>